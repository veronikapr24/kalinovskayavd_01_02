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ru-RU" altLang="ru-RU"/>
              <a:t>Задание 1 - математический калькулятор</a:t>
            </a:r>
            <a:endParaRPr lang="ru-RU" alt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ru-RU" altLang="en-US"/>
              <a:t>Калиновская Вероника ПР-33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Реализация приложения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Приложение представляет собой математический калькулятор для периметра и окружности </a:t>
            </a:r>
            <a:endParaRPr lang="ru-RU" altLang="en-US"/>
          </a:p>
          <a:p>
            <a:r>
              <a:rPr lang="ru-RU" altLang="en-US"/>
              <a:t>Основные элементы интерфейса:</a:t>
            </a:r>
            <a:endParaRPr lang="ru-RU" altLang="en-US"/>
          </a:p>
          <a:p>
            <a:r>
              <a:rPr lang="en-US" altLang="en-US"/>
              <a:t>EditText - </a:t>
            </a:r>
            <a:r>
              <a:rPr lang="ru-RU" altLang="en-US"/>
              <a:t>поле ввода текста</a:t>
            </a:r>
            <a:endParaRPr lang="en-US" altLang="en-US"/>
          </a:p>
          <a:p>
            <a:r>
              <a:rPr lang="en-US" altLang="en-US"/>
              <a:t>AppCompatButton - </a:t>
            </a:r>
            <a:r>
              <a:rPr lang="ru-RU" altLang="en-US"/>
              <a:t>кнопка</a:t>
            </a:r>
            <a:endParaRPr lang="en-US" altLang="en-US"/>
          </a:p>
          <a:p>
            <a:r>
              <a:rPr lang="en-US" altLang="en-US"/>
              <a:t>Spinner - </a:t>
            </a:r>
            <a:r>
              <a:rPr lang="ru-RU" altLang="en-US"/>
              <a:t>список выбора</a:t>
            </a:r>
            <a:endParaRPr lang="en-US" altLang="en-US"/>
          </a:p>
          <a:p>
            <a:r>
              <a:rPr lang="en-US" altLang="en-US"/>
              <a:t>ImageView - </a:t>
            </a:r>
            <a:r>
              <a:rPr lang="ru-RU" altLang="en-US"/>
              <a:t>изображения</a:t>
            </a:r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Схема классов</a:t>
            </a:r>
            <a:endParaRPr lang="ru-RU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4763135" cy="4351655"/>
          </a:xfrm>
        </p:spPr>
        <p:txBody>
          <a:bodyPr/>
          <a:p>
            <a:r>
              <a:rPr lang="en-US" altLang="en-US"/>
              <a:t>MainActivity - </a:t>
            </a:r>
            <a:endParaRPr lang="en-US" altLang="en-US"/>
          </a:p>
          <a:p>
            <a:r>
              <a:rPr lang="ru-RU" altLang="en-US"/>
              <a:t>начальный класс </a:t>
            </a:r>
            <a:endParaRPr lang="en-US" altLang="en-US"/>
          </a:p>
          <a:p>
            <a:r>
              <a:rPr lang="en-US" altLang="en-US"/>
              <a:t>SecondActivity - </a:t>
            </a:r>
            <a:r>
              <a:rPr lang="ru-RU" altLang="en-US"/>
              <a:t>основной класс, где содержится вся функциональность приложения</a:t>
            </a:r>
            <a:endParaRPr lang="ru-RU" altLang="en-US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6180" y="570230"/>
            <a:ext cx="3716655" cy="60648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Производительность</a:t>
            </a:r>
            <a:endParaRPr lang="ru-RU" altLang="ru-RU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1584325"/>
            <a:ext cx="1051560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А</a:t>
            </a:r>
            <a:r>
              <a:rPr lang="en-US" altLang="en-US"/>
              <a:t>рхитектурные</a:t>
            </a:r>
            <a:r>
              <a:rPr lang="en-US" altLang="ru-RU"/>
              <a:t> </a:t>
            </a:r>
            <a:r>
              <a:rPr lang="en-US" altLang="en-US"/>
              <a:t>решения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ru-RU"/>
              <a:t>ImageView, Spinner, EditText, Button</a:t>
            </a:r>
            <a:endParaRPr lang="en-US" altLang="ru-RU"/>
          </a:p>
          <a:p>
            <a:r>
              <a:rPr lang="en-US" altLang="ru-RU"/>
              <a:t>SecondActivity - </a:t>
            </a:r>
            <a:r>
              <a:rPr lang="en-US" altLang="en-US"/>
              <a:t>обрабатывает</a:t>
            </a:r>
            <a:r>
              <a:rPr lang="en-US" altLang="ru-RU"/>
              <a:t> UI </a:t>
            </a:r>
            <a:r>
              <a:rPr lang="en-US" altLang="en-US"/>
              <a:t>события</a:t>
            </a:r>
            <a:endParaRPr lang="en-US" altLang="ru-RU"/>
          </a:p>
          <a:p>
            <a:r>
              <a:rPr lang="en-US" altLang="en-US"/>
              <a:t>Управляет</a:t>
            </a:r>
            <a:r>
              <a:rPr lang="en-US" altLang="ru-RU"/>
              <a:t> </a:t>
            </a:r>
            <a:r>
              <a:rPr lang="en-US" altLang="en-US"/>
              <a:t>логикой</a:t>
            </a:r>
            <a:r>
              <a:rPr lang="en-US" altLang="ru-RU"/>
              <a:t> </a:t>
            </a:r>
            <a:r>
              <a:rPr lang="en-US" altLang="en-US"/>
              <a:t>выбора</a:t>
            </a:r>
            <a:r>
              <a:rPr lang="en-US" altLang="ru-RU"/>
              <a:t> </a:t>
            </a:r>
            <a:r>
              <a:rPr lang="en-US" altLang="en-US"/>
              <a:t>фигур</a:t>
            </a:r>
            <a:endParaRPr lang="en-US" altLang="ru-RU"/>
          </a:p>
          <a:p>
            <a:r>
              <a:rPr lang="en-US" altLang="en-US"/>
              <a:t>Вычисляет</a:t>
            </a:r>
            <a:r>
              <a:rPr lang="en-US" altLang="ru-RU"/>
              <a:t> </a:t>
            </a:r>
            <a:r>
              <a:rPr lang="en-US" altLang="en-US"/>
              <a:t>результаты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Используемые</a:t>
            </a:r>
            <a:r>
              <a:rPr lang="en-US" altLang="ru-RU"/>
              <a:t> </a:t>
            </a:r>
            <a:r>
              <a:rPr lang="en-US" altLang="en-US"/>
              <a:t>библиотеки</a:t>
            </a:r>
            <a:endParaRPr lang="en-US" altLang="en-US"/>
          </a:p>
        </p:txBody>
      </p:sp>
      <p:sp>
        <p:nvSpPr>
          <p:cNvPr id="7" name="Замещающее содержимое 6"/>
          <p:cNvSpPr/>
          <p:nvPr>
            <p:ph idx="1"/>
          </p:nvPr>
        </p:nvSpPr>
        <p:spPr>
          <a:xfrm>
            <a:off x="647700" y="1825625"/>
            <a:ext cx="3942080" cy="4351655"/>
          </a:xfrm>
        </p:spPr>
        <p:txBody>
          <a:bodyPr/>
          <a:p>
            <a:r>
              <a:rPr lang="ru-RU" altLang="en-US"/>
              <a:t>Использовались стандартные библиотеки </a:t>
            </a:r>
            <a:r>
              <a:rPr lang="en-US" altLang="en-US"/>
              <a:t>AndroidStudio</a:t>
            </a:r>
            <a:r>
              <a:rPr lang="ru-RU" altLang="en-US"/>
              <a:t>, для подключения и работы с элементами интерфейса</a:t>
            </a:r>
            <a:endParaRPr lang="ru-RU" altLang="en-US"/>
          </a:p>
        </p:txBody>
      </p:sp>
      <p:pic>
        <p:nvPicPr>
          <p:cNvPr id="8" name="Замещающее содержимое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0470" y="1743075"/>
            <a:ext cx="6417310" cy="37636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WPS Presentation</Application>
  <PresentationFormat>宽屏</PresentationFormat>
  <Paragraphs>32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konfetkakrasotka</dc:creator>
  <cp:lastModifiedBy>konfetkakrasotka</cp:lastModifiedBy>
  <cp:revision>4</cp:revision>
  <dcterms:created xsi:type="dcterms:W3CDTF">2025-07-23T00:59:00Z</dcterms:created>
  <dcterms:modified xsi:type="dcterms:W3CDTF">2025-11-19T11:25:10Z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AC04DFE7C9C748E2816051A8F37EA6EB_11</vt:lpwstr>
  </property>
</Properties>
</file>